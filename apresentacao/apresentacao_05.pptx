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c2c042c-6561-af1a-fb27-056cd71995b3}">
          <p14:sldIdLst>
            <p14:sldId id="256"/>
            <p14:sldId id="257"/>
            <p14:sldId id="258"/>
          </p14:sldIdLst>
        </p14:section>
        <p14:section name="Dados e método" id="{1bcb0124-0497-6740-5d53-00b788a78c71}">
          <p14:sldIdLst>
            <p14:sldId id="259"/>
            <p14:sldId id="260"/>
            <p14:sldId id="261"/>
            <p14:sldId id="262"/>
          </p14:sldIdLst>
        </p14:section>
        <p14:section name="Resultados" id="{7ab661bb-29c6-357e-9ac9-6854ddf40c39}">
          <p14:sldIdLst>
            <p14:sldId id="263"/>
            <p14:sldId id="264"/>
            <p14:sldId id="265"/>
          </p14:sldIdLst>
        </p14:section>
        <p14:section name="Conclusão" id="{83576b4c-0b5f-f9d9-555f-72e5ba6abd0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5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5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55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552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5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55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5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5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55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73152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548640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73152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7315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548640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731520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7315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548640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44348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44348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548640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2560320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548640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2560320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548640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548640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54864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208788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788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8788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362712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712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2712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39496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39496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39496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39496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39496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48640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690372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690372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690372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690372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55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72F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552F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552F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552F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552F"/>
          </a:solidFill>
          <a:ln w="25400">
            <a:solidFill>
              <a:srgbClr val="00552F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72F20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72F20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72F20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72F20"/>
          </a:solidFill>
          <a:ln w="25400">
            <a:solidFill>
              <a:srgbClr val="072F20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72F20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72F20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72F20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72F20"/>
          </a:solidFill>
          <a:ln w="25400">
            <a:solidFill>
              <a:srgbClr val="072F20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552F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552F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552F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552F"/>
          </a:solidFill>
          <a:ln w="25400">
            <a:solidFill>
              <a:srgbClr val="00552F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54864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1508760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777240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1508760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1508760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621792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685800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685800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685800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621792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685800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621792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685800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621792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54864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 profundo e composição plana">
  <a:themeElements>
    <a:clrScheme name="Verde profundo e composição plana">
      <a:dk1>
        <a:srgbClr val="10281D"/>
      </a:dk1>
      <a:lt1>
        <a:srgbClr val="FFFFFF"/>
      </a:lt1>
      <a:dk2>
        <a:srgbClr val="072F20"/>
      </a:dk2>
      <a:lt2>
        <a:srgbClr val="F2F7F4"/>
      </a:lt2>
      <a:accent1>
        <a:srgbClr val="00552F"/>
      </a:accent1>
      <a:accent2>
        <a:srgbClr val="072F20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552F"/>
      </a:hlink>
      <a:folHlink>
        <a:srgbClr val="4E6A5C"/>
      </a:folHlink>
    </a:clrScheme>
    <a:fontScheme name="Verde profundo e composição pla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2026-10-12T12:15:57Z</dcterms:created>
  <dcterms:modified xsi:type="dcterms:W3CDTF">2026-10-12T12:15:57Z</dcterms:modified>
</cp:coreProperties>
</file>