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16e2a4b-812c-1076-f0fc-43632eb46e5c}">
          <p14:sldIdLst>
            <p14:sldId id="256"/>
            <p14:sldId id="257"/>
            <p14:sldId id="258"/>
          </p14:sldIdLst>
        </p14:section>
        <p14:section name="Dados e método" id="{4b3b2746-bd40-65a5-ec6d-07a9a1d9cb61}">
          <p14:sldIdLst>
            <p14:sldId id="259"/>
            <p14:sldId id="260"/>
            <p14:sldId id="261"/>
            <p14:sldId id="262"/>
          </p14:sldIdLst>
        </p14:section>
        <p14:section name="Resultados" id="{79ca1a24-c4b5-52a9-4f23-9235c15de8de}">
          <p14:sldIdLst>
            <p14:sldId id="263"/>
            <p14:sldId id="264"/>
            <p14:sldId id="265"/>
          </p14:sldIdLst>
        </p14:section>
        <p14:section name="Conclusão" id="{2537d604-fd04-a01e-8e70-0dbd2de43d4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8074152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8257032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8257032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8074152" y="2587752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8257032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8257032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8074152" y="3758184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57032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8257032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8074152" y="49834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5486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5486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7159752" y="146304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9171432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7159752" y="246888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9171432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7159752" y="347472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7159752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7159752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8698992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9899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69899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10238232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3823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23823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4864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4864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4864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4864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4864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696712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696712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54864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54864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54864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548640" y="4709160"/>
            <a:ext cx="4736592" cy="1298448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64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062F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062F20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062F20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062F20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062F20"/>
          </a:solidFill>
          <a:ln w="25400">
            <a:solidFill>
              <a:srgbClr val="062F20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062F20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062F20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062F20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062F20"/>
          </a:solidFill>
          <a:ln w="25400">
            <a:solidFill>
              <a:srgbClr val="062F20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6382512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6611112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6611112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7342632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6611112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7342632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6611112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7342632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54864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54864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118872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118872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118872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118872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118872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54864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6382512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íntese com evidências à esquerda">
  <a:themeElements>
    <a:clrScheme name="Síntese com evidências à esquerda">
      <a:dk1>
        <a:srgbClr val="10281D"/>
      </a:dk1>
      <a:lt1>
        <a:srgbClr val="FFFFFF"/>
      </a:lt1>
      <a:dk2>
        <a:srgbClr val="062F20"/>
      </a:dk2>
      <a:lt2>
        <a:srgbClr val="EDF5F0"/>
      </a:lt2>
      <a:accent1>
        <a:srgbClr val="006437"/>
      </a:accent1>
      <a:accent2>
        <a:srgbClr val="062F20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Síntese com evidências à esquerd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2026-10-12T12:15:58Z</dcterms:created>
  <dcterms:modified xsi:type="dcterms:W3CDTF">2026-10-12T12:15:58Z</dcterms:modified>
</cp:coreProperties>
</file>