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0edf147-cced-8a9e-e820-5a5ad64a03ba}">
          <p14:sldIdLst>
            <p14:sldId id="256"/>
            <p14:sldId id="257"/>
            <p14:sldId id="258"/>
          </p14:sldIdLst>
        </p14:section>
        <p14:section name="Dados e método" id="{76ef9d84-bce5-ed7c-071b-583fc2e9a00a}">
          <p14:sldIdLst>
            <p14:sldId id="259"/>
            <p14:sldId id="260"/>
            <p14:sldId id="261"/>
            <p14:sldId id="262"/>
          </p14:sldIdLst>
        </p14:section>
        <p14:section name="Resultados" id="{e50d22e1-576f-b782-8ca1-285fc1296d4a}">
          <p14:sldIdLst>
            <p14:sldId id="263"/>
            <p14:sldId id="264"/>
            <p14:sldId id="265"/>
          </p14:sldIdLst>
        </p14:section>
        <p14:section name="Conclusão" id="{37d7daab-6f4b-3671-5cbc-dac7e6d5089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5C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5C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5C3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5C3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5C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5C3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5C3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5C3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5C3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5C3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5C32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5C32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5C32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5C32"/>
          </a:solidFill>
          <a:ln w="25400">
            <a:solidFill>
              <a:srgbClr val="005C32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5C32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5C32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5C32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5C32"/>
          </a:solidFill>
          <a:ln w="25400">
            <a:solidFill>
              <a:srgbClr val="005C32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ássico com títulos centralizados">
  <a:themeElements>
    <a:clrScheme name="Clássico com títulos centralizados">
      <a:dk1>
        <a:srgbClr val="10281D"/>
      </a:dk1>
      <a:lt1>
        <a:srgbClr val="FFFFFF"/>
      </a:lt1>
      <a:dk2>
        <a:srgbClr val="103C2B"/>
      </a:dk2>
      <a:lt2>
        <a:srgbClr val="F0F5F2"/>
      </a:lt2>
      <a:accent1>
        <a:srgbClr val="005C32"/>
      </a:accent1>
      <a:accent2>
        <a:srgbClr val="103C2B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5C32"/>
      </a:hlink>
      <a:folHlink>
        <a:srgbClr val="4E6A5C"/>
      </a:folHlink>
    </a:clrScheme>
    <a:fontScheme name="Clássico com títulos centralizados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2026-10-10T14:06:36Z</dcterms:created>
  <dcterms:modified xsi:type="dcterms:W3CDTF">2026-10-10T14:06:36Z</dcterms:modified>
</cp:coreProperties>
</file>