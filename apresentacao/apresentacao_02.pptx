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66abb08-8c3b-8214-74ef-c6381e1dad90}">
          <p14:sldIdLst>
            <p14:sldId id="256"/>
            <p14:sldId id="257"/>
            <p14:sldId id="258"/>
          </p14:sldIdLst>
        </p14:section>
        <p14:section name="Dados e método" id="{6ff7d2ae-f7ea-c32b-f5ce-dfb090a3e31e}">
          <p14:sldIdLst>
            <p14:sldId id="259"/>
            <p14:sldId id="260"/>
            <p14:sldId id="261"/>
            <p14:sldId id="262"/>
          </p14:sldIdLst>
        </p14:section>
        <p14:section name="Resultados" id="{862f8b29-164b-6d7a-2907-f1461aa5c561}">
          <p14:sldIdLst>
            <p14:sldId id="263"/>
            <p14:sldId id="264"/>
            <p14:sldId id="265"/>
          </p14:sldIdLst>
        </p14:section>
        <p14:section name="Conclusão" id="{59c3069d-da8b-0cd4-77f8-488e11de97db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8074152" y="1417320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8257032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8257032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8074152" y="2587752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8257032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8257032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8074152" y="3758184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57032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8257032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8074152" y="4983480"/>
            <a:ext cx="3566160" cy="1005840"/>
          </a:xfrm>
          <a:prstGeom prst="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5486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5486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7159752" y="1463040"/>
            <a:ext cx="4480560" cy="749808"/>
          </a:xfrm>
          <a:prstGeom prst="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9171432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7159752" y="2468880"/>
            <a:ext cx="4480560" cy="749808"/>
          </a:xfrm>
          <a:prstGeom prst="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9171432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7159752" y="3474720"/>
            <a:ext cx="4480560" cy="749808"/>
          </a:xfrm>
          <a:prstGeom prst="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7159752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7159752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8698992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9899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69899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10238232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3823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23823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4864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4864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4864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4864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4864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696712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696712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54864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54864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54864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548640" y="4709160"/>
            <a:ext cx="4736592" cy="1298448"/>
          </a:xfrm>
          <a:prstGeom prst="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64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083A2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083A25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083A25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083A25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083A25"/>
          </a:solidFill>
          <a:ln w="25400">
            <a:solidFill>
              <a:srgbClr val="083A25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083A25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083A25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083A25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083A25"/>
          </a:solidFill>
          <a:ln w="25400">
            <a:solidFill>
              <a:srgbClr val="083A25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6382512" y="1371600"/>
            <a:ext cx="5257800" cy="4114800"/>
          </a:xfrm>
          <a:prstGeom prst="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6611112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6611112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7342632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6611112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7342632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6611112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7342632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54864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54864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118872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118872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118872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54864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118872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54864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118872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54864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6382512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êmico com gráficos à esquerda">
  <a:themeElements>
    <a:clrScheme name="Acadêmico com gráficos à esquerda">
      <a:dk1>
        <a:srgbClr val="10281D"/>
      </a:dk1>
      <a:lt1>
        <a:srgbClr val="FFFFFF"/>
      </a:lt1>
      <a:dk2>
        <a:srgbClr val="083A25"/>
      </a:dk2>
      <a:lt2>
        <a:srgbClr val="EFF6F1"/>
      </a:lt2>
      <a:accent1>
        <a:srgbClr val="006437"/>
      </a:accent1>
      <a:accent2>
        <a:srgbClr val="083A25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6437"/>
      </a:hlink>
      <a:folHlink>
        <a:srgbClr val="4E6A5C"/>
      </a:folHlink>
    </a:clrScheme>
    <a:fontScheme name="Acadêmico com gráficos à esquer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2026-10-12T12:15:56Z</dcterms:created>
  <dcterms:modified xsi:type="dcterms:W3CDTF">2026-10-12T12:15:56Z</dcterms:modified>
</cp:coreProperties>
</file>