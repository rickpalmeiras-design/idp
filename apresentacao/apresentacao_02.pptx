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a7821b3-0aac-e925-aa18-7305134ecc68}">
          <p14:sldIdLst>
            <p14:sldId id="256"/>
            <p14:sldId id="257"/>
            <p14:sldId id="258"/>
          </p14:sldIdLst>
        </p14:section>
        <p14:section name="Dados e método" id="{9fb9d9a9-42b1-48b8-ebda-f90b6ca148bf}">
          <p14:sldIdLst>
            <p14:sldId id="259"/>
            <p14:sldId id="260"/>
            <p14:sldId id="261"/>
            <p14:sldId id="262"/>
          </p14:sldIdLst>
        </p14:section>
        <p14:section name="Resultados" id="{cd71e114-3e84-d447-b341-d7eaa79b291d}">
          <p14:sldIdLst>
            <p14:sldId id="263"/>
            <p14:sldId id="264"/>
            <p14:sldId id="265"/>
          </p14:sldIdLst>
        </p14:section>
        <p14:section name="Conclusão" id="{ddff3f6f-869a-caaf-ed91-90e008b5e41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8074152" y="1417320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8257032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8257032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8074152" y="2587752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8257032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8257032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8074152" y="3758184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57032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8257032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8074152" y="4983480"/>
            <a:ext cx="3566160" cy="1005840"/>
          </a:xfrm>
          <a:prstGeom prst="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5486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5486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7159752" y="146304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9171432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7159752" y="246888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9171432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7159752" y="3474720"/>
            <a:ext cx="4480560" cy="749808"/>
          </a:xfrm>
          <a:prstGeom prst="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7159752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715975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869899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9899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9899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10238232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3823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23823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4864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4864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4864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4864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4864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696712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696712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54864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54864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54864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548640" y="4754880"/>
            <a:ext cx="4736592" cy="1234440"/>
          </a:xfrm>
          <a:prstGeom prst="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638251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6382512" y="1737360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6565392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7296912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6382512" y="2999232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6565392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7296912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6382512" y="4261104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6565392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7296912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54864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54864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118872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118872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118872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54864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118872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118872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54864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6382512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êmico com gráficos à esquerda">
  <a:themeElements>
    <a:clrScheme name="Acadêmico com gráficos à esquerda">
      <a:dk1>
        <a:srgbClr val="10281D"/>
      </a:dk1>
      <a:lt1>
        <a:srgbClr val="FFFFFF"/>
      </a:lt1>
      <a:dk2>
        <a:srgbClr val="083A25"/>
      </a:dk2>
      <a:lt2>
        <a:srgbClr val="EFF6F1"/>
      </a:lt2>
      <a:accent1>
        <a:srgbClr val="006437"/>
      </a:accent1>
      <a:accent2>
        <a:srgbClr val="083A25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Acadêmico com gráficos à esquerd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2026-10-10T13:59:37Z</dcterms:created>
  <dcterms:modified xsi:type="dcterms:W3CDTF">2026-10-10T13:59:37Z</dcterms:modified>
</cp:coreProperties>
</file>