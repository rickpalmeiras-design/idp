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8915a4c-06a8-f4e5-4fef-3486698a0bec}">
          <p14:sldIdLst>
            <p14:sldId id="256"/>
            <p14:sldId id="257"/>
            <p14:sldId id="258"/>
          </p14:sldIdLst>
        </p14:section>
        <p14:section name="Dados e método" id="{14ed23f8-b8a9-2d7a-130b-381706a7a9ea}">
          <p14:sldIdLst>
            <p14:sldId id="259"/>
            <p14:sldId id="260"/>
            <p14:sldId id="261"/>
            <p14:sldId id="262"/>
          </p14:sldIdLst>
        </p14:section>
        <p14:section name="Resultados" id="{198b3089-39c6-3e9a-f0ae-9d87d6b2ca35}">
          <p14:sldIdLst>
            <p14:sldId id="263"/>
            <p14:sldId id="264"/>
            <p14:sldId id="265"/>
          </p14:sldIdLst>
        </p14:section>
        <p14:section name="Conclusão" id="{b62d46f7-ddb5-5651-97eb-474dfed696b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548640" y="1417320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73152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548640" y="2587752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73152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7315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548640" y="3758184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731520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7315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548640" y="4983480"/>
            <a:ext cx="3566160" cy="1005840"/>
          </a:xfrm>
          <a:prstGeom prst="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44348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44348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548640" y="146304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2560320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548640" y="246888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2560320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548640" y="3474720"/>
            <a:ext cx="4480560" cy="749808"/>
          </a:xfrm>
          <a:prstGeom prst="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548640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548640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2087880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788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8788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3627120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712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2712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39496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39496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39496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39496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39496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48640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690372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690372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690372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6903720" y="4709160"/>
            <a:ext cx="4736592" cy="1298448"/>
          </a:xfrm>
          <a:prstGeom prst="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A35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A3526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A3526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A3526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A3526"/>
          </a:solidFill>
          <a:ln w="25400">
            <a:solidFill>
              <a:srgbClr val="0A3526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A3526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A3526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A3526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A3526"/>
          </a:solidFill>
          <a:ln w="25400">
            <a:solidFill>
              <a:srgbClr val="0A3526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548640" y="1371600"/>
            <a:ext cx="5257800" cy="4114800"/>
          </a:xfrm>
          <a:prstGeom prst="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1508760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777240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1508760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1508760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621792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685800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685800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685800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621792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685800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621792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685800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621792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54864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êmico com fundo verde suave">
  <a:themeElements>
    <a:clrScheme name="Acadêmico com fundo verde suave">
      <a:dk1>
        <a:srgbClr val="10281D"/>
      </a:dk1>
      <a:lt1>
        <a:srgbClr val="F4F8F5"/>
      </a:lt1>
      <a:dk2>
        <a:srgbClr val="0A3526"/>
      </a:dk2>
      <a:lt2>
        <a:srgbClr val="E3EEE7"/>
      </a:lt2>
      <a:accent1>
        <a:srgbClr val="006437"/>
      </a:accent1>
      <a:accent2>
        <a:srgbClr val="0A3526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Acadêmico com fundo verde sua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2026-10-12T12:15:58Z</dcterms:created>
  <dcterms:modified xsi:type="dcterms:W3CDTF">2026-10-12T12:15:58Z</dcterms:modified>
</cp:coreProperties>
</file>