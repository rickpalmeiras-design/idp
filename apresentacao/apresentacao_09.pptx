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c3bdcaf-87bc-fd40-ac8a-d079b33ae7bf}">
          <p14:sldIdLst>
            <p14:sldId id="256"/>
            <p14:sldId id="257"/>
            <p14:sldId id="258"/>
          </p14:sldIdLst>
        </p14:section>
        <p14:section name="Dados e método" id="{45d6536f-d750-bef3-beeb-518593b45772}">
          <p14:sldIdLst>
            <p14:sldId id="259"/>
            <p14:sldId id="260"/>
            <p14:sldId id="261"/>
            <p14:sldId id="262"/>
          </p14:sldIdLst>
        </p14:section>
        <p14:section name="Resultados" id="{aef7b7b4-1aaa-8340-fe89-b2233af213cc}">
          <p14:sldIdLst>
            <p14:sldId id="263"/>
            <p14:sldId id="264"/>
            <p14:sldId id="265"/>
          </p14:sldIdLst>
        </p14:section>
        <p14:section name="Conclusão" id="{a20a9e0b-d799-36b8-8881-c1afc8533bc9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ect">
            <a:avLst>
              <a:gd name="adj" fmla="val 6061"/>
            </a:avLst>
          </a:prstGeom>
          <a:solidFill>
            <a:schemeClr val="bg2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ect">
            <a:avLst>
              <a:gd name="adj" fmla="val 689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ect">
            <a:avLst>
              <a:gd name="adj" fmla="val 2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ect">
            <a:avLst>
              <a:gd name="adj" fmla="val 869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ect">
            <a:avLst>
              <a:gd name="adj" fmla="val 9091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ect">
            <a:avLst>
              <a:gd name="adj" fmla="val 12195"/>
            </a:avLst>
          </a:prstGeom>
          <a:solidFill>
            <a:schemeClr val="bg2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ect">
            <a:avLst>
              <a:gd name="adj" fmla="val 10204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ect">
            <a:avLst>
              <a:gd name="adj" fmla="val 256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ect">
            <a:avLst>
              <a:gd name="adj" fmla="val 7407"/>
            </a:avLst>
          </a:prstGeom>
          <a:solidFill>
            <a:schemeClr val="bg2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ect">
            <a:avLst>
              <a:gd name="adj" fmla="val 6667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ect">
            <a:avLst>
              <a:gd name="adj" fmla="val 2000"/>
            </a:avLst>
          </a:prstGeom>
          <a:solidFill>
            <a:schemeClr val="bg2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êmico com fundo verde suave">
  <a:themeElements>
    <a:clrScheme name="Acadêmico com fundo verde suave">
      <a:dk1>
        <a:srgbClr val="10281D"/>
      </a:dk1>
      <a:lt1>
        <a:srgbClr val="F4F8F5"/>
      </a:lt1>
      <a:dk2>
        <a:srgbClr val="0A3526"/>
      </a:dk2>
      <a:lt2>
        <a:srgbClr val="E3EEE7"/>
      </a:lt2>
      <a:accent1>
        <a:srgbClr val="006437"/>
      </a:accent1>
      <a:accent2>
        <a:srgbClr val="0A3526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Acadêmico com fundo verde suav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2026-10-10T14:06:37Z</dcterms:created>
  <dcterms:modified xsi:type="dcterms:W3CDTF">2026-10-10T14:06:37Z</dcterms:modified>
</cp:coreProperties>
</file>