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526fc1f1-d766-1d7c-887a-ddaa263e0f77}">
          <p14:sldIdLst>
            <p14:sldId id="256"/>
            <p14:sldId id="257"/>
            <p14:sldId id="258"/>
          </p14:sldIdLst>
        </p14:section>
        <p14:section name="Dados e método" id="{0282a4bc-0783-bf07-3a84-b309aeeeaa7c}">
          <p14:sldIdLst>
            <p14:sldId id="259"/>
            <p14:sldId id="260"/>
            <p14:sldId id="261"/>
            <p14:sldId id="262"/>
          </p14:sldIdLst>
        </p14:section>
        <p14:section name="Resultados" id="{ec8e8abc-deb6-1023-0567-98147cd9b579}">
          <p14:sldIdLst>
            <p14:sldId id="263"/>
            <p14:sldId id="264"/>
            <p14:sldId id="265"/>
          </p14:sldIdLst>
        </p14:section>
        <p14:section name="Conclusão" id="{583a5c04-ac55-4418-6257-6e2e90820ec1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6437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6437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643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6437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6437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6437"/>
          </a:solidFill>
          <a:ln w="25400">
            <a:solidFill>
              <a:srgbClr val="006437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ássico em verde floresta">
  <a:themeElements>
    <a:clrScheme name="Clássico em verde floresta">
      <a:dk1>
        <a:srgbClr val="10281D"/>
      </a:dk1>
      <a:lt1>
        <a:srgbClr val="FFFFFF"/>
      </a:lt1>
      <a:dk2>
        <a:srgbClr val="143B2B"/>
      </a:dk2>
      <a:lt2>
        <a:srgbClr val="F0F6F2"/>
      </a:lt2>
      <a:accent1>
        <a:srgbClr val="006437"/>
      </a:accent1>
      <a:accent2>
        <a:srgbClr val="143B2B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6437"/>
      </a:hlink>
      <a:folHlink>
        <a:srgbClr val="4E6A5C"/>
      </a:folHlink>
    </a:clrScheme>
    <a:fontScheme name="Clássico em verde floresta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2026-10-10T13:59:38Z</dcterms:created>
  <dcterms:modified xsi:type="dcterms:W3CDTF">2026-10-10T13:59:38Z</dcterms:modified>
</cp:coreProperties>
</file>