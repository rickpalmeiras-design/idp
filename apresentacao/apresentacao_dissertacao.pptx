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102f889-aa2b-90c1-a8dc-134ce3bf9c2d}">
          <p14:sldIdLst>
            <p14:sldId id="256"/>
            <p14:sldId id="257"/>
            <p14:sldId id="258"/>
          </p14:sldIdLst>
        </p14:section>
        <p14:section name="Dados e método" id="{41c0e66a-1c3d-5761-8a8c-a0102f433485}">
          <p14:sldIdLst>
            <p14:sldId id="259"/>
            <p14:sldId id="260"/>
            <p14:sldId id="261"/>
            <p14:sldId id="262"/>
          </p14:sldIdLst>
        </p14:section>
        <p14:section name="Resultados" id="{47d6308c-1f17-9e21-7787-02da99fcb8a0}">
          <p14:sldIdLst>
            <p14:sldId id="263"/>
            <p14:sldId id="264"/>
            <p14:sldId id="265"/>
          </p14:sldIdLst>
        </p14:section>
        <p14:section name="Conclusão" id="{28465f65-35f5-69b6-fc72-e232825bb6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2026-10-10T13:33:02Z</dcterms:created>
  <dcterms:modified xsi:type="dcterms:W3CDTF">2026-10-10T13:33:02Z</dcterms:modified>
</cp:coreProperties>
</file>