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8be9bd2-ac50-547f-20b1-b8d800701531}">
          <p14:sldIdLst>
            <p14:sldId id="256"/>
            <p14:sldId id="257"/>
            <p14:sldId id="258"/>
          </p14:sldIdLst>
        </p14:section>
        <p14:section name="Dados e método" id="{2d735a25-f5f1-40e8-3b5c-f4de82adbe4c}">
          <p14:sldIdLst>
            <p14:sldId id="259"/>
            <p14:sldId id="260"/>
            <p14:sldId id="261"/>
            <p14:sldId id="262"/>
          </p14:sldIdLst>
        </p14:section>
        <p14:section name="Resultados" id="{dd42ace2-27a5-5805-a32b-795aadeab4a3}">
          <p14:sldIdLst>
            <p14:sldId id="263"/>
            <p14:sldId id="264"/>
            <p14:sldId id="265"/>
          </p14:sldIdLst>
        </p14:section>
        <p14:section name="Conclusão" id="{b33399f2-4d12-baf1-006e-60e9c20f44ed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73152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548640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731520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731520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548640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731520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731520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548640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44348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44348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548640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2560320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548640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2560320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548640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548640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54864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208788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8788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8788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362712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62712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62712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39496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39496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39496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39496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39496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48640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690372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690372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690372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690372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548640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731520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1463040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548640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731520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1463040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548640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731520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1463040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621792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685800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685800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621792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685800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621792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685800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621792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685800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621792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54864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de acadêmico">
  <a:themeElements>
    <a:clrScheme name="Verde acadêmico">
      <a:dk1>
        <a:srgbClr val="10281D"/>
      </a:dk1>
      <a:lt1>
        <a:srgbClr val="FFFFFF"/>
      </a:lt1>
      <a:dk2>
        <a:srgbClr val="0B3B2A"/>
      </a:dk2>
      <a:lt2>
        <a:srgbClr val="EEF4F0"/>
      </a:lt2>
      <a:accent1>
        <a:srgbClr val="006437"/>
      </a:accent1>
      <a:accent2>
        <a:srgbClr val="0B3B2A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Verde acadêmic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2026-10-10T13:59:36Z</dcterms:created>
  <dcterms:modified xsi:type="dcterms:W3CDTF">2026-10-10T13:59:36Z</dcterms:modified>
</cp:coreProperties>
</file>