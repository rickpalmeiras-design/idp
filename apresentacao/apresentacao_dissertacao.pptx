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f24177d-7a08-15b1-f03a-fa84bfca86ae}">
          <p14:sldIdLst>
            <p14:sldId id="256"/>
            <p14:sldId id="257"/>
            <p14:sldId id="258"/>
          </p14:sldIdLst>
        </p14:section>
        <p14:section name="Dados e método" id="{0a282403-aa0f-5345-09dd-6a837ccc6117}">
          <p14:sldIdLst>
            <p14:sldId id="259"/>
            <p14:sldId id="260"/>
            <p14:sldId id="261"/>
            <p14:sldId id="262"/>
          </p14:sldIdLst>
        </p14:section>
        <p14:section name="Resultados" id="{bb646876-c546-68ea-73dc-2fa4818a5950}">
          <p14:sldIdLst>
            <p14:sldId id="263"/>
            <p14:sldId id="264"/>
            <p14:sldId id="265"/>
          </p14:sldIdLst>
        </p14:section>
        <p14:section name="Conclusão" id="{9683d8d8-910e-490b-4c2e-2dd8b88e5ee0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548640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73152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548640" y="2587752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731520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73152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548640" y="3758184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731520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731520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548640" y="498348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44348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44348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548640" y="146304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2560320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548640" y="246888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2560320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548640" y="347472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548640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54864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208788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8788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8788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362712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2712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62712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39496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39496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39496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39496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39496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486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48640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690372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690372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690372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6903720" y="4709160"/>
            <a:ext cx="4736592" cy="1298448"/>
          </a:xfrm>
          <a:prstGeom prst="round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64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0B3B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0B3B2A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0B3B2A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0B3B2A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0B3B2A"/>
          </a:solidFill>
          <a:ln w="25400">
            <a:solidFill>
              <a:srgbClr val="0B3B2A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0B3B2A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0B3B2A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0B3B2A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0B3B2A"/>
          </a:solidFill>
          <a:ln w="25400">
            <a:solidFill>
              <a:srgbClr val="0B3B2A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548640" y="1371600"/>
            <a:ext cx="5257800" cy="411480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7772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1508760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777240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1508760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777240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1508760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621792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621792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685800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621792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685800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621792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685800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621792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685800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621792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685800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621792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548640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 acadêmico">
  <a:themeElements>
    <a:clrScheme name="Verde acadêmico">
      <a:dk1>
        <a:srgbClr val="10281D"/>
      </a:dk1>
      <a:lt1>
        <a:srgbClr val="FFFFFF"/>
      </a:lt1>
      <a:dk2>
        <a:srgbClr val="0B3B2A"/>
      </a:dk2>
      <a:lt2>
        <a:srgbClr val="EEF4F0"/>
      </a:lt2>
      <a:accent1>
        <a:srgbClr val="006437"/>
      </a:accent1>
      <a:accent2>
        <a:srgbClr val="0B3B2A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Verde acadêmic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2026-10-12T12:15:56Z</dcterms:created>
  <dcterms:modified xsi:type="dcterms:W3CDTF">2026-10-12T12:15:56Z</dcterms:modified>
</cp:coreProperties>
</file>